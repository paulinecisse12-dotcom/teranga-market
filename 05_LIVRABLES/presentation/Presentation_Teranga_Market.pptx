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3B7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03B7A"/>
                </a:solidFill>
                <a:latin typeface="Calibri"/>
              </a:rPr>
              <a:t>Erreur moyenne (MAE) — plus bas = mieux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(unités/jour)</c:v>
                </c:pt>
              </c:strCache>
            </c:strRef>
          </c:tx>
          <c:spPr>
            <a:solidFill>
              <a:srgbClr val="003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naïf</c:v>
                  </c:pt>
                  <c:pt idx="1">
                    <c:v>Prophet</c:v>
                  </c:pt>
                  <c:pt idx="2">
                    <c:v>Prophet + promo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65.9</c:v>
                </c:pt>
                <c:pt idx="1">
                  <c:v>43.5</c:v>
                </c:pt>
                <c:pt idx="2">
                  <c:v>37.3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Recall@5 (%)</c:v>
                </c:pt>
              </c:strCache>
            </c:strRef>
          </c:tx>
          <c:spPr>
            <a:solidFill>
              <a:srgbClr val="003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Hasard</c:v>
                  </c:pt>
                  <c:pt idx="1">
                    <c:v>Populaire</c:v>
                  </c:pt>
                  <c:pt idx="2">
                    <c:v>Content</c:v>
                  </c:pt>
                  <c:pt idx="3">
                    <c:v>Collaboratif</c:v>
                  </c:pt>
                  <c:pt idx="4">
                    <c:v>Hybride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6.9</c:v>
                </c:pt>
                <c:pt idx="2">
                  <c:v>1.2</c:v>
                </c:pt>
                <c:pt idx="3">
                  <c:v>6.8</c:v>
                </c:pt>
                <c:pt idx="4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nous présentons la plateforme data-driven conçue pour Teranga Market : prévision, pricing et recommandation, de la donnée jusqu'à la décision.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problèmes concrets : prix fixes, mauvaise gestion des stocks (17,2 Md immobilisés), et catalogue mal exploité.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Objectifs SMART : +8% de marge, -20% de ruptures, +15% de conversion, -10% de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L'architecture en 6 couches : des sources jusqu'au dashboard, avec Airflow, le MLOps et la gouvernance en transversal.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jeu 100% synthétique et reproductible : 500 produits, 10 000 clients, 100 000 ventes, 1 M d'événements. Qualité : 21/21.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Prophet réduit l'erreur de 34%, et l'ajout des promotions la porte à -43% au total. C'est ce qui alimente la couverture de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estime l'élasticité (~ -2,5) et on calcule le prix optimal : +14% de prix se traduit par +3,8% de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assume un résultat honnête : la popularité est une baseline forte. La reco apporte de la personnalisation, à confirmer par A/B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modèles sont rendus utilisables (API), visibles (dashboard 11 sections) et surveillés (MLOps).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635 M/an de bénéfice potentiel pour 36 M/an de coûts : ROI très favorable. Ce sont des montants en régime établi, atteints progressivement.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est déployé : dashboard + API cliquables. Sans démo live, le prof teste tout via ces 2 liens. Airflow et MLflow restent en local (captures suivantes). Démo dashboard : KPIs → simulateur de prix → couverture de stock → reco en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orchestré par Airflow (Docker). Les 4 tâches s'enchaînent, toutes en succès. Exécutable en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MLflow trace chaque modèle : paramètres, métriques, versions — le cœur du MLOps (reproductibilité, suivi). Exécutable en local via mlflow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conclusion : la chaîne marche de bout en bout, la valeur est démontrée, on recommande un déploiement progressif.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— nous sommes prêts pour vos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teranga-dashboard.onrender.com" TargetMode="External"/><Relationship Id="rId2" Type="http://schemas.openxmlformats.org/officeDocument/2006/relationships/hyperlink" Target="https://teranga-api-8qnb.onrender.com/docs" TargetMode="External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8616" y="640080"/>
            <a:ext cx="23317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2936" y="822960"/>
            <a:ext cx="178308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4688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Data-Driven Pricing &amp; Recommandation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 Market — e-commerce électronique &amp; accessoires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466344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Big Data — ISM  ·  Gestion de Projet Data &amp; E-Business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Pauline CISSE · P2 Luc-Yvan NZEE EVOUNDZA · P3 Nihad TRAORE · P4 Sona KOULIBALY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 Market : 33,6 Md FCFA de CA, mais trois freins directs à la marge et à la fidélisation.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fixes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0815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prix ne s'adaptent ni à la demande ni à l'élasticité — de la marge est laissée sur la table.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5112" y="1920240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214884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 &amp; surstock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53712" y="2788920"/>
            <a:ext cx="30815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 Md FCFA de stock immobilisé : ruptures sur les produits populaires, surstock ailleurs.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1584" y="1920240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0184" y="214884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mal exploité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30184" y="2788920"/>
            <a:ext cx="30815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catalogue trop large où le client trouve difficilement les bons produits — panier moyen faible.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objectifs (SMART)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cibles mesurables à 6 mois.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(pricing)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−20 %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520440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 de stock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(prévision)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355080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(recommandation)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−10 %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189720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client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de la donnée de bout en bout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apps, site, logs de navigation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Kafka (streaming), Spark (batch)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Lake (Parquet) + Warehouse (DuckDB)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prévision, pricing, recommandation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API REST (FastAPI, Docker)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dashboard décisionnel (Dash)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Airflow, MLOps (MLflow, PSI, CI/CD), gouvernance / RGPD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234440"/>
            <a:ext cx="4626864" cy="5193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synthétique, reproductible (graine 42), 12 mois — modèle en étoile, 5 tables.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catégories)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377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377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1792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377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05256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navigation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 validée : 21 contrôles sur 21 (intégrité référentielle, cohérence temporelle).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 — Prévision de la demande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pPr indent="0" marL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demande quotidienne par catégorie.</a:t>
            </a:r>
            <a:pPr indent="0" marL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naïve → Prophet → Prophet enrichi de l'effet promotions.</a:t>
            </a:r>
            <a:pPr indent="0" marL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700" i="1" dirty="0">
                <a:solidFill>
                  <a:srgbClr val="6B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directement à anticiper les stocks.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−43 %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d'erreur vs baseline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0" y="1554480"/>
          <a:ext cx="5943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2 — Optimisation des prix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Élasticité-prix estimée via les promotions </a:t>
            </a:r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−2,5)</a:t>
            </a:r>
            <a:pPr indent="0" marL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 prix optimal maximise la marge produit par produit.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63040" y="2651760"/>
            <a:ext cx="3657600" cy="2651760"/>
          </a:xfrm>
          <a:prstGeom prst="roundRect">
            <a:avLst>
              <a:gd name="adj" fmla="val 3103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3017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prix recommandé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prix actuels)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31089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7040880" y="2651760"/>
            <a:ext cx="3657600" cy="2651760"/>
          </a:xfrm>
          <a:prstGeom prst="roundRect">
            <a:avLst>
              <a:gd name="adj" fmla="val 3103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0" y="3017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+3,8 %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04088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: élasticité quasi homogène entre catégories (données synthétiques) — sur données réelles, plus de différenciation.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3 — Recommandation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 : produits similaires (attributs) + achetés ensemble (collaboratif). Évaluation Recall@5.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011680"/>
            <a:ext cx="4206240" cy="3840480"/>
          </a:xfrm>
          <a:prstGeom prst="roundRect">
            <a:avLst>
              <a:gd name="adj" fmla="val 2143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40" y="22402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honnête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ce jeu synthétique, rien ne bat la popularité (~6,9 %) ; le collaboratif l'égale (~6,8 %), soit ~7× le hasard.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= personnalisation &amp; diversité, à valider par A/B test.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 : mise en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38728" cy="3291840"/>
          </a:xfrm>
          <a:prstGeom prst="roundRect">
            <a:avLst>
              <a:gd name="adj" fmla="val 2500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20574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08152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dockerisée, 5 endpoints : prix dynamique, recommandations, historique client.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5112" y="1828800"/>
            <a:ext cx="3538728" cy="3291840"/>
          </a:xfrm>
          <a:prstGeom prst="roundRect">
            <a:avLst>
              <a:gd name="adj" fmla="val 2500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53712" y="20574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53712" y="2697480"/>
            <a:ext cx="308152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Cockpit Décisionnel » (Dash) — 11 sections : KPIs, prix, prévision, couverture de stock, reco en direct…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1584" y="1828800"/>
            <a:ext cx="3538728" cy="3291840"/>
          </a:xfrm>
          <a:prstGeom prst="roundRect">
            <a:avLst>
              <a:gd name="adj" fmla="val 2500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30184" y="20574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30184" y="2697480"/>
            <a:ext cx="308152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monitoring de dérive (PSI) + CI/CD (7 tests). Dépôt Git public auto-suffisant.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business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prudent, bénéfice potentiel en régime établi.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0A4C93"/>
          </a:solidFill>
          <a:ln w="12700">
            <a:solidFill>
              <a:srgbClr val="0A4C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635 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/ an de bénéfice potentiel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0A4C93"/>
          </a:solidFill>
          <a:ln w="12700">
            <a:solidFill>
              <a:srgbClr val="0A4C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~1 300 %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sur 3 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0A4C93"/>
          </a:solidFill>
          <a:ln w="12700">
            <a:solidFill>
              <a:srgbClr val="0A4C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qq mois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investissement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: ~27 M FCFA (setup) + ~36 M FCFA/an.  Leviers : pricing 250 M · reco 135 M · surstock 250 M (+ ~1,72 Md de capital libéré).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en ligne — testez le projet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sur Render : dashboard et API accessibles directement, sans rien installer.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décisionnel</a:t>
            </a:r>
            <a:endParaRPr lang="en-US" sz="17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0A4C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https://teranga-dashboard.onrender.com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 w="12700">
            <a:solidFill>
              <a:srgbClr val="EAF1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703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documentation Swagger</a:t>
            </a:r>
            <a:endParaRPr lang="en-US" sz="17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0A4C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https://teranga-api-8qnb.onrender.com/docs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212080" cy="22494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en ligne (Swagger)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39496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ouverture ~30-60 s (réveil du service gratuit).  ·  Pipeline (Airflow) et MLflow : exécutables en local → captures ci-après.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 — Airflow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280160"/>
            <a:ext cx="10058400" cy="4370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« pipeline_teranga » : génération → ingestion Parquet → warehouse DuckDB → contrôle qualité — toutes les étapes en succès.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— suivi des modèles (MLflow)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280160"/>
            <a:ext cx="1005840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expériences suivies dans MLflow : forecasting, pricing, recommandation (paramètres + métriques historisés).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recommandations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fonctionnelle de bout en bout — des données brutes à des décisions chiffrées.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modèles évalués face à des baselines + une valeur business démontrée.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GO, en déploiement progressif (pricing → prévision → reco après A/B test), avec monitoring continu.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A/B testing, pricing temps réel, modélisation CLTV / churn.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11496" y="128016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096" y="1463040"/>
            <a:ext cx="150876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39319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 Market — Master 2 Big Data, ISM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2026-08-16T13:21:48Z</dcterms:created>
  <dcterms:modified xsi:type="dcterms:W3CDTF">2026-08-16T13:21:48Z</dcterms:modified>
</cp:coreProperties>
</file>